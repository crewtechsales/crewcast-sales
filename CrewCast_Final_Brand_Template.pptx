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logo_for_CrewCast_is_presented_on_a_white_back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286000" cy="152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F3B57"/>
                </a:solidFill>
              </a:defRPr>
            </a:pPr>
            <a:r>
              <a:t>Forecast your crews. Build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1F3B57"/>
                </a:solidFill>
              </a:defRPr>
            </a:pPr>
            <a:r>
              <a:t>CrewCast 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logo_for_CrewCast_is_presented_on_a_white_back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286000" cy="152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F3B57"/>
                </a:solidFill>
              </a:defRPr>
            </a:pPr>
            <a:r>
              <a:t>Forecast your crews. Build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C107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logo_for_CrewCast_is_presented_on_a_white_back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286000" cy="152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F3B57"/>
                </a:solidFill>
              </a:defRPr>
            </a:pPr>
            <a:r>
              <a:t>Forecast your crews. Build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F3B57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3B57"/>
                </a:solidFill>
              </a:defRPr>
            </a:pPr>
            <a:r>
              <a:t>• Key point one</a:t>
            </a:r>
            <a:br/>
            <a:r>
              <a:t>• Key point two</a:t>
            </a:r>
            <a:br/>
            <a:r>
              <a:t>• Key point three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logo_for_CrewCast_is_presented_on_a_white_back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286000" cy="152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F3B57"/>
                </a:solidFill>
              </a:defRPr>
            </a:pPr>
            <a:r>
              <a:t>Forecast your crews. Build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F3B57"/>
                </a:solidFill>
              </a:defRPr>
            </a:pPr>
            <a:r>
              <a:t>Data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1F3B57"/>
                </a:solidFill>
              </a:defRPr>
            </a:pPr>
            <a:r>
              <a:t>Insert charts, graphs, or visual data representations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logo_for_CrewCast_is_presented_on_a_white_back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286000" cy="152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F3B57"/>
                </a:solidFill>
              </a:defRPr>
            </a:pPr>
            <a:r>
              <a:t>Forecast your crews. Build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C10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1F3B57"/>
                </a:solidFill>
              </a:defRPr>
            </a:pPr>
            <a:r>
              <a:t>CrewCast | Forecast your crews. Build with confidence.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